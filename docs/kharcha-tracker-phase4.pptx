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15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16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Kharcha Tracker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World’s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AI-Native Expense Tracker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0" y="3840480"/>
            <a:ext cx="39593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R&amp;D Plan —09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200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everywhere </a:t>
            </a:r>
            <a:r>
              <a:rPr lang="en-US" sz="20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expenses manually — in notebooks or </a:t>
            </a:r>
            <a:r>
              <a:rPr lang="en-US" sz="200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apps like </a:t>
            </a:r>
            <a:r>
              <a:rPr lang="en-US" sz="20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Global apps (Toshl, Spendee) </a:t>
            </a:r>
            <a:r>
              <a:rPr lang="en-US" sz="200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local currencies &amp; wallets — e.g. </a:t>
            </a:r>
            <a:r>
              <a:rPr lang="en-US" sz="20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PKR, Easypaisa, JazzCash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No app sends WhatsApp budget alerts or parses bank SMS automatically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Advantage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359753"/>
              </p:ext>
            </p:extLst>
          </p:nvPr>
        </p:nvGraphicFramePr>
        <p:xfrm>
          <a:off x="457200" y="1005840"/>
          <a:ext cx="11274552" cy="5394963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7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Kharcha Tracker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6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OCR is paid-only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Receipt Scanning — 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WhatsApp 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Budget 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USD-first, global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Local-currency native (e.g. PKR &amp; Pakistani receipts)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voice 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 Voice Entry — Urdu, English &amp; more (Phase 4)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bank SMS parsing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SMS Auto-Parse — HBL/MCB/UBL &amp; global banks (Phase 4)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team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multi-user workspaces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Already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1 — Multi-tenant SaaS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auth, workspaces, roles, RLS 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1274552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2 — Smart Budget Alerts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WhatsApp notifications at 80 / 90 / 100% spend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11274552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3 — AI Receipt Scanning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4 Scout OCR, mobile UI, optimistic updates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4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built on zero-cost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What We Build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220708"/>
              </p:ext>
            </p:extLst>
          </p:nvPr>
        </p:nvGraphicFramePr>
        <p:xfrm>
          <a:off x="2183130" y="1106424"/>
          <a:ext cx="8358632" cy="5577840"/>
        </p:xfrm>
        <a:graphic>
          <a:graphicData uri="http://schemas.openxmlformats.org/drawingml/2006/table">
            <a:tbl>
              <a:tblPr/>
              <a:tblGrid>
                <a:gridCol w="263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6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🎤  Voice Expense Entry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‘$5 lunch’ or ‘Rs 450 biryani’ — done. No competitor offers this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📱  Bank SMS Parsing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SMS auto-creates expense drafts — HBL/MCB/UBL &amp; global banks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📊  Monthly AI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spending report delivered by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📤  CSV / Excel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user wants data portability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🎨  Google Stitch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polished UI via Google’s design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🔁  AI Provider Failover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1E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+ Gemini fallback — never breaks in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Phase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production-ready SaaS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6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Stitch — AI UI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Google’s new AI design tool (launched I/O 2025) generates complete UI screens from a text prompt in under 60 seconds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Exports clean HTML/CSS and Figma files — no manual design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Connects to Kiro AI via Model Context Protocol (MCP) — designs flow straight into code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Prompt used: ‘</a:t>
            </a:r>
            <a:r>
              <a:rPr lang="en-US" sz="180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r>
              <a:rPr lang="en-US" sz="18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expense tracker, royal blue #4169E1, mobile-first, glassmorphism’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11274552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stitch.withgoogle.com  —  Free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All Free Tier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03520" cy="534924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use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64208"/>
            <a:ext cx="5029200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731520" y="181051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Supabase (Database + Auth)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React 18 + Vite + Tailwind CSS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31012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Node.js + Express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05993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Groq AI (OCR + Text)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8097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Resend (Email alerts)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5330952" cy="534924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537960" y="11704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in Phase 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1664208"/>
            <a:ext cx="5029200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675120" y="181051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Groq Whisper (Voice)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2560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Google Gemini (AI fallback)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33101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Google Stitch (UI design)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405993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Vercel + Render (Deployment)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480974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cron-job.org (Scheduled jobs)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5661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2029968"/>
            <a:ext cx="3017520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0 / month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workspace, manual entry, basic alerts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0248" y="1170432"/>
            <a:ext cx="3566160" cy="475488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270248" y="1371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544568" y="2029968"/>
            <a:ext cx="30175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270248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499 / month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53128" y="297180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OCR, voice entry, CSV export, monthly summary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3296" y="1170432"/>
            <a:ext cx="3566160" cy="4754880"/>
          </a:xfrm>
          <a:prstGeom prst="rect">
            <a:avLst/>
          </a:prstGeom>
          <a:solidFill>
            <a:srgbClr val="EEF2FF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083296" y="1371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357616" y="2029968"/>
            <a:ext cx="3017520" cy="3657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083296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1,499 / month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66176" y="297180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Multi-user, SMS parsing, WhatsApp alerts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B4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</a:t>
            </a:r>
            <a:r>
              <a:rPr lang="en-US" sz="1200" i="1" dirty="0">
                <a:solidFill>
                  <a:srgbClr val="B4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r>
              <a:rPr lang="en-US" sz="1200" i="1">
                <a:solidFill>
                  <a:srgbClr val="B4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regional tiers — Pakistan example: Rs 499 / Rs 1,499 (≈ </a:t>
            </a:r>
            <a:r>
              <a:rPr lang="en-US" sz="1200" i="1" dirty="0">
                <a:solidFill>
                  <a:srgbClr val="B4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$1.80 / $5.40</a:t>
            </a:r>
            <a:r>
              <a:rPr lang="en-US" sz="1200" i="1">
                <a:solidFill>
                  <a:srgbClr val="B4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16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Kharcha Tracker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world’s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smartest expense tracker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0" y="3657600"/>
            <a:ext cx="39593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Umair Abbas  ·  AI  Intern  ·  09 July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github.com/UmairAbbas1/kharcha-tracker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578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Umair Abbas</cp:lastModifiedBy>
  <cp:revision>2</cp:revision>
  <dcterms:created xsi:type="dcterms:W3CDTF">2026-07-09T13:55:00Z</dcterms:created>
  <dcterms:modified xsi:type="dcterms:W3CDTF">2026-07-09T14:13:52Z</dcterms:modified>
</cp:coreProperties>
</file>